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68797"/>
            <a:ext cx="11049000" cy="352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111722"/>
            <a:ext cx="116014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1E3A8A"/>
                </a:solidFill>
                <a:latin typeface="Plus Jakarta Sans"/>
              </a:rPr>
              <a:t>FinTrack: Smart Banking Expense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826222"/>
            <a:ext cx="85725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64748B"/>
                </a:solidFill>
                <a:latin typeface="Plus Jakarta Sans"/>
              </a:rPr>
              <a:t>A Modern Full-Stack Personal Finance Management Web Application Built with Vite, React, TypeScript, and Bun.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843313"/>
            <a:ext cx="110490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1E293B"/>
                </a:solidFill>
                <a:latin typeface="Plus Jakarta Sans SemiBold"/>
              </a:rPr>
              <a:t>Developed By: P Leela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61344"/>
            <a:ext cx="5334000" cy="24306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61344"/>
            <a:ext cx="5334000" cy="24306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Project Overview &amp;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15252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6775" y="2956619"/>
            <a:ext cx="4980622" cy="28575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Plus Jakarta Sans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528119"/>
            <a:ext cx="47434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To create a banking-grade, lightning-fast personal finance tracker that empowers users to monitor income, control expenses, manage monthly budgets, and analyze spending patterns without complicated spreadsheets.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956619"/>
            <a:ext cx="4980622" cy="285750"/>
          </a:xfrm>
          <a:prstGeom prst="rect">
            <a:avLst/>
          </a:prstGeom>
          <a:noFill/>
        </p:spPr>
        <p:txBody>
          <a:bodyPr wrap="square" lIns="257175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Plus Jakarta Sans"/>
              </a:rPr>
              <a:t>Core Highlights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994719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994719"/>
            <a:ext cx="25717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86550" y="3354764"/>
            <a:ext cx="857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2275" y="3356669"/>
            <a:ext cx="4552950" cy="24378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Bank-grade aesthetic dashboard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6550" y="3693795"/>
            <a:ext cx="857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2275" y="3695700"/>
            <a:ext cx="4552950" cy="24378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Real-time balance calculations &amp; savings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6550" y="4032825"/>
            <a:ext cx="857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2275" y="4034730"/>
            <a:ext cx="4552950" cy="24378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Interactive category breakdown charts &amp; monthly trends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6550" y="4371855"/>
            <a:ext cx="857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2275" y="4373760"/>
            <a:ext cx="4552950" cy="24378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Secure local routing and state persistence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64283"/>
            <a:ext cx="5334000" cy="30247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64283"/>
            <a:ext cx="5334000" cy="19764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Technology Stack &amp; Project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15252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6775" y="2659558"/>
            <a:ext cx="4980622" cy="285750"/>
          </a:xfrm>
          <a:prstGeom prst="rect">
            <a:avLst/>
          </a:prstGeom>
          <a:noFill/>
        </p:spPr>
        <p:txBody>
          <a:bodyPr wrap="square" lIns="257175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Plus Jakarta Sans"/>
              </a:rPr>
              <a:t>Stack Components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697658"/>
            <a:ext cx="257175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1550" y="3057703"/>
            <a:ext cx="857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059608"/>
            <a:ext cx="4552950" cy="24378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Bundler: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Vite (`vite.config.ts`)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3396734"/>
            <a:ext cx="857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3398639"/>
            <a:ext cx="4552950" cy="24378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Runtime / PM: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Bun (`bun.lock`, `bunfig.toml`)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3735764"/>
            <a:ext cx="857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3737669"/>
            <a:ext cx="4552950" cy="24378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Framework: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React with TypeScript (`tsconfig.json`)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4074795"/>
            <a:ext cx="857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275" y="4076700"/>
            <a:ext cx="4552950" cy="24378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Routing / State: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TanStack Router (`.tanstack/`)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4413825"/>
            <a:ext cx="857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275" y="4415730"/>
            <a:ext cx="4552950" cy="24378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UI &amp; Style: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Tailwind CSS (`components.json`)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550" y="4752855"/>
            <a:ext cx="857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7275" y="4754760"/>
            <a:ext cx="4552950" cy="24378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Linting: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ESLint &amp; Prettier (`eslint.config.js`)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22165"/>
            <a:ext cx="3524250" cy="31088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322165"/>
            <a:ext cx="3524250" cy="31088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322165"/>
            <a:ext cx="3524250" cy="31088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Core Application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5252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2625" y="2617440"/>
            <a:ext cx="762000" cy="76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8468" y="3569940"/>
            <a:ext cx="251031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2563EB"/>
                </a:solidFill>
                <a:latin typeface="Plus Jakarta Sans"/>
              </a:rPr>
              <a:t>Dashboard &amp;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141440"/>
            <a:ext cx="29337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Real-time overview of total balance, income, expenses, and savings health indicators.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2617440"/>
            <a:ext cx="762000" cy="76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90886" y="3569940"/>
            <a:ext cx="181022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2563EB"/>
                </a:solidFill>
                <a:latin typeface="Plus Jakarta Sans"/>
              </a:rPr>
              <a:t>Visual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9150" y="4141440"/>
            <a:ext cx="29337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Interactive doughnut charts for category spending and bar charts for monthly trends.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7375" y="2617440"/>
            <a:ext cx="762000" cy="762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18257" y="3569940"/>
            <a:ext cx="188023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2563EB"/>
                </a:solidFill>
                <a:latin typeface="Plus Jakarta Sans"/>
              </a:rPr>
              <a:t>Transaction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4141440"/>
            <a:ext cx="29337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Comprehensive transaction management with instant filtering, status badges, and search.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3125" y="2807940"/>
            <a:ext cx="381000" cy="3810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1687" y="2807940"/>
            <a:ext cx="428625" cy="3810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67875" y="280794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56582"/>
            <a:ext cx="5334000" cy="24401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56582"/>
            <a:ext cx="5334000" cy="24401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System Workflow &amp;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15252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6775" y="2951857"/>
            <a:ext cx="498062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Plus Jakarta Sans"/>
              </a:rPr>
              <a:t>Frontend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523357"/>
            <a:ext cx="4743450" cy="11066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Built modularly inside 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src/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utilizing Vite for lightning-fast HMR and optimized production bundles. State management is handled smoothly with React hooks and TanStack state caching.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951857"/>
            <a:ext cx="498062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Plus Jakarta Sans"/>
              </a:rPr>
              <a:t>Build &amp; Package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523357"/>
            <a:ext cx="47434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Powered by </a:t>
            </a:r>
            <a:r>
              <a:rPr b="1" sz="1350" i="0" u="none">
                <a:solidFill>
                  <a:srgbClr val="475569"/>
                </a:solidFill>
                <a:latin typeface="Plus Jakarta Sans"/>
              </a:rPr>
              <a:t>Bun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runtime and package manager, ensuring dependency installation and local development server startup (`localhost:8080`) occur instantaneously.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Traditional Spreadsheets vs FinTrack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5252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2694682"/>
            <a:ext cx="11049000" cy="2363985"/>
          </a:xfrm>
          <a:prstGeom prst="roundRect">
            <a:avLst>
              <a:gd name="adj" fmla="val 0"/>
            </a:avLst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" y="2694682"/>
          <a:ext cx="11039474" cy="2363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355056"/>
                <a:gridCol w="4058245"/>
                <a:gridCol w="4626173"/>
              </a:tblGrid>
              <a:tr h="590996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Feature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Traditional Excel / Sheets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FinTrack (Our Solution)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</a:tr>
              <a:tr h="590996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Interface &amp; Usability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Cluttered rows, manual formula writing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Modern banking dashboard with visual cards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0996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Analytics &amp; Charts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Manual chart generation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Automated real-time doughnut &amp; bar charts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0997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Performance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Slow as data grows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Blazing fast via Vite &amp; Bun bundling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76262" y="3278534"/>
            <a:ext cx="23550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31318" y="3278534"/>
            <a:ext cx="40582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89564" y="3278534"/>
            <a:ext cx="46261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262" y="3867150"/>
            <a:ext cx="23550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31318" y="3867150"/>
            <a:ext cx="40582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89564" y="3867150"/>
            <a:ext cx="46261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262" y="4455765"/>
            <a:ext cx="23550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31318" y="4455765"/>
            <a:ext cx="40582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9564" y="4455765"/>
            <a:ext cx="46261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262" y="5044380"/>
            <a:ext cx="23550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31318" y="5044380"/>
            <a:ext cx="40582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89564" y="5044380"/>
            <a:ext cx="46261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61344"/>
            <a:ext cx="5334000" cy="24306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61344"/>
            <a:ext cx="5334000" cy="24306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Conclusion &amp; Future Enhancements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15252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6775" y="2956619"/>
            <a:ext cx="498062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Plus Jakarta Sans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528119"/>
            <a:ext cx="47434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FinTrack successfully delivers a production-ready, highly responsive personal finance application that replaces tedious manual bookkeeping with an intuitive banking-grade user experience.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956619"/>
            <a:ext cx="498062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Plus Jakarta Sans"/>
              </a:rPr>
              <a:t>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6550" y="3354764"/>
            <a:ext cx="857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2275" y="3356669"/>
            <a:ext cx="4552950" cy="24378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Cloud database integration (PostgreSQL/Supabase)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6550" y="3693795"/>
            <a:ext cx="857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2275" y="3695700"/>
            <a:ext cx="4552950" cy="24378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AI-driven expense predictions &amp; budget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6550" y="4032825"/>
            <a:ext cx="857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2275" y="4034730"/>
            <a:ext cx="4552950" cy="24378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One-click PDF and Excel monthly report exports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6550" y="4371855"/>
            <a:ext cx="857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2275" y="4373760"/>
            <a:ext cx="4552950" cy="24378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Mobile app wrapper using React Native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318444"/>
            <a:ext cx="116014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1E3A8A"/>
                </a:solidFill>
                <a:latin typeface="Plus Jakarta Sans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118544"/>
            <a:ext cx="110490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64748B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093815"/>
            <a:ext cx="110490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2563EB"/>
                </a:solidFill>
                <a:latin typeface="JetBrains Mono"/>
              </a:rPr>
              <a:t>Developed by P Leela Kumar | Brain O Vision Internship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